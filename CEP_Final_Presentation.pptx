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0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0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PROJECT  •  DKTE CSE (AI &amp; ML)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D3B6E"/>
          </a:solidFill>
          <a:ln w="12700">
            <a:solidFill>
              <a:srgbClr val="1D3B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503920" y="-1097280"/>
            <a:ext cx="5029200" cy="5029200"/>
          </a:xfrm>
          <a:prstGeom prst="ellipse">
            <a:avLst/>
          </a:prstGeom>
          <a:solidFill>
            <a:srgbClr val="2F6DB5">
              <a:alpha val="30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138160" y="4206240"/>
            <a:ext cx="3291840" cy="3291840"/>
          </a:xfrm>
          <a:prstGeom prst="ellipse">
            <a:avLst/>
          </a:prstGeom>
          <a:solidFill>
            <a:srgbClr val="F28C28">
              <a:alpha val="15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731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8C28"/>
                </a:solidFill>
              </a:rPr>
              <a:t>COMMUNITY ENGAGEMENT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2801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&amp; Hygiene Maintenance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3DEEF"/>
                </a:solidFill>
              </a:rPr>
              <a:t>A Study on Food Waste Management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8C28"/>
                </a:solidFill>
              </a:rPr>
              <a:t>FIELD VISIT  |  SANSKRUTI HOTEL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SANIKA TAVATE        25UAM128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5034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PRACHI MAJALEKAR   25UAM118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GAYATRI SANKPAL    25UAM142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SHREYA BHOSALE       25UAM140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RUTUJA DHOLE        25UAM079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5303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RUKAIYYA SHAIKH      25UAM127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228600"/>
            <a:ext cx="70408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DKTE Society’s Textile &amp; Engineering Institute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PROJECT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233"/>
                </a:solidFill>
              </a:rPr>
              <a:t>Why this topic matters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640080" cy="6400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5328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3957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issue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200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Food waste affects resource use, operating costs and the environment. Safe food handling and good sanitation are important for protecting health.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210312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77440"/>
            <a:ext cx="640080" cy="6400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5328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39572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concern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2004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Food can be wasted during preparation, serving and after meals. Inappropriate handling or disposal may also create hygiene concerns.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10972800" cy="1280160"/>
          </a:xfrm>
          <a:prstGeom prst="roundRect">
            <a:avLst>
              <a:gd name="adj" fmla="val 8571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058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8C28"/>
                </a:solidFill>
              </a:rPr>
              <a:t>OUR MESSAGE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005840" y="5257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only what you need — every grain of food carries someone’s hard work.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WHAT WE AIMED TO LEARN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causes of food wastage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Understand where and why food is discarded.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4884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 hygiene and sanitation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Review cleanliness and safe food-handling practices.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4340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297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waste management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Understand collection, segregation and disposal.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4340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297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 practical improvements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Recommend actions that may reduce avoidable waste.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NUTRITION AND FOOD WASTE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and Food Waste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Diet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Provides essential nutrients and supports good health.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4884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103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Nutrients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Carbohydrates give energy; proteins support growth; vitamins and minerals support health.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4340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297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Nutritional Loss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Wasting food also wastes the nutrients it contains.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4340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297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and Waste Reduction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029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Keep food covered; prepare as needed, serve suitable portions and store leftovers safely.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STUDY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8C28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visit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94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Visit Sanskruti Hotel and understand the setting.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3703320" y="210312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4488" y="23042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0332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8C28"/>
                </a:solidFill>
              </a:rPr>
              <a:t>STEP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70332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interaction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703320" y="3794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Ask about food preparation, leftovers and waste handling.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3"/>
          <p:cNvSpPr/>
          <p:nvPr/>
        </p:nvSpPr>
        <p:spPr>
          <a:xfrm>
            <a:off x="6492240" y="210312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304288"/>
            <a:ext cx="420624" cy="42062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49224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8C28"/>
                </a:solidFill>
              </a:rPr>
              <a:t>STEP 3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4922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6492240" y="3794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Observe accessible dining and serving areas with permission.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>
            <a:alphaModFix amt="0"/>
          </a:blip>
          <a:stretch>
            <a:fillRect/>
          </a:stretch>
        </p:blipFill>
        <p:spPr>
          <a:xfrm>
            <a:off x="0" y="0"/>
            <a:ext cx="9144" cy="91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0684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18"/>
          <p:cNvSpPr/>
          <p:nvPr/>
        </p:nvSpPr>
        <p:spPr>
          <a:xfrm>
            <a:off x="9281160" y="2103120"/>
            <a:ext cx="822960" cy="82296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28" y="2304288"/>
            <a:ext cx="420624" cy="42062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28116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8C28"/>
                </a:solidFill>
              </a:rPr>
              <a:t>STEP 4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928116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30" name="Text 21"/>
          <p:cNvSpPr txBox="1"/>
          <p:nvPr/>
        </p:nvSpPr>
        <p:spPr>
          <a:xfrm>
            <a:off x="9281160" y="37947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Record notes and photographs to support the project.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FIELD DOCUMENTATION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Visit at Sanskruti Hotel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6634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co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44805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55448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080760" y="1901952"/>
            <a:ext cx="768096" cy="76809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084832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13232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visit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22677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Group photograph with hotel staff.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60720" y="315468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6080760" y="3502152"/>
            <a:ext cx="768096" cy="76809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6850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32320" y="34107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interaction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132320" y="38679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Discussion with a staff member.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760720" y="4754880"/>
            <a:ext cx="5852160" cy="1463040"/>
          </a:xfrm>
          <a:prstGeom prst="roundRect">
            <a:avLst>
              <a:gd name="adj" fmla="val 7500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080760" y="5102352"/>
            <a:ext cx="768096" cy="768096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28523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32320" y="5010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documentation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7132320" y="546811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Restaurant interior included in the photo collage.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INFORMATION COLLECTION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Interaction &amp; Interview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583680" cy="4526280"/>
          </a:xfrm>
          <a:prstGeom prst="roundRect">
            <a:avLst>
              <a:gd name="adj" fmla="val 2424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00584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45059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058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231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How much food is prepared on a typical day?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04495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10058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1752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Which food items are wasted most often?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363931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1005840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1188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How are leftovers handled after service?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5840" y="423367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00584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0624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Are wet and dry waste collected separately?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5840" y="482803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100584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8006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What hygiene practices are followed?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5840" y="5422392"/>
            <a:ext cx="384048" cy="38404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10058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39496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What steps are taken to reduce food wastage?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0" y="16459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909560" y="1920240"/>
            <a:ext cx="640080" cy="6400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2075688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732520" y="1920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actual answers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7909560" y="26974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Include staff responses and quantities only if provided.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589520" y="397764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7"/>
          <p:cNvSpPr/>
          <p:nvPr/>
        </p:nvSpPr>
        <p:spPr>
          <a:xfrm>
            <a:off x="7909560" y="425196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40740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32520" y="4251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permission</a:t>
            </a:r>
            <a:endParaRPr lang="en-US" sz="1900" dirty="0"/>
          </a:p>
        </p:txBody>
      </p:sp>
      <p:sp>
        <p:nvSpPr>
          <p:cNvPr id="33" name="Text 29"/>
          <p:cNvSpPr txBox="1"/>
          <p:nvPr/>
        </p:nvSpPr>
        <p:spPr>
          <a:xfrm>
            <a:off x="7909560" y="5029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578"/>
                </a:solidFill>
              </a:rPr>
              <a:t>Get approval before taking photographs or recording details.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AREAS TO EXAMINE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Waste Management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Plan quantities according to demand.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37960" y="214884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3774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Encourage suitable portions and mindful serving.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60120" y="416052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389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4884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214884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Use appropriate containers for food waste.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537960" y="416052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3891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Segregation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44805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Separate organic and other waste where facilities allow.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SAFE FOOD HANDLING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Hygiene &amp; Sanitation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2402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Cleanliness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Observe preparation and serving surfaces.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709160" y="201168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402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hygiene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Ask about handwashing and safe handling routines.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3816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458200" y="2011680"/>
            <a:ext cx="868680" cy="86868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2402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108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storage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Ask how ingredients and leftovers are stored safely.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PRACTICAL 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SDG Contribution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Portion planning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Prepare quantities based on demand.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6459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92240" y="1965960"/>
            <a:ext cx="731520" cy="73152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488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1847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segregation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Use clearly identified bins where feasible.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14400" y="3520440"/>
            <a:ext cx="731520" cy="73152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033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Composting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Consider a suitable system for organic waste.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217920" y="320040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D3DEEF"/>
            </a:solidFill>
            <a:prstDash val="solid"/>
          </a:ln>
          <a:effectLst>
            <a:outerShdw blurRad="101600" dist="25400" dir="5400000" algn="bl" rotWithShape="0">
              <a:srgbClr val="14285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492240" y="3520440"/>
            <a:ext cx="731520" cy="731520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7033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34015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3886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Encourage mindful consumption and reduce leftovers.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754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F6DB5"/>
                </a:solidFill>
              </a:rPr>
              <a:t>SUPPORTING THE UN SUSTAINABLE DEVELOPMENT GOALS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1206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0"/>
          <p:cNvSpPr txBox="1"/>
          <p:nvPr/>
        </p:nvSpPr>
        <p:spPr>
          <a:xfrm>
            <a:off x="868680" y="5230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2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868680" y="5623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Zero Hunger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3429000" y="51206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3"/>
          <p:cNvSpPr txBox="1"/>
          <p:nvPr/>
        </p:nvSpPr>
        <p:spPr>
          <a:xfrm>
            <a:off x="3657600" y="5230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3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3657600" y="5623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Good Health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6217920" y="51206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6"/>
          <p:cNvSpPr txBox="1"/>
          <p:nvPr/>
        </p:nvSpPr>
        <p:spPr>
          <a:xfrm>
            <a:off x="6446520" y="5230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12</a:t>
            </a:r>
            <a:endParaRPr lang="en-US" sz="2000" dirty="0"/>
          </a:p>
        </p:txBody>
      </p:sp>
      <p:sp>
        <p:nvSpPr>
          <p:cNvPr id="33" name="Text 27"/>
          <p:cNvSpPr txBox="1"/>
          <p:nvPr/>
        </p:nvSpPr>
        <p:spPr>
          <a:xfrm>
            <a:off x="6446520" y="5623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Responsible Consumption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9006840" y="512064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42850"/>
          </a:solidFill>
          <a:ln w="12700">
            <a:solidFill>
              <a:srgbClr val="1428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9"/>
          <p:cNvSpPr txBox="1"/>
          <p:nvPr/>
        </p:nvSpPr>
        <p:spPr>
          <a:xfrm>
            <a:off x="9235440" y="5230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</a:t>
            </a:r>
            <a:endParaRPr lang="en-US" sz="2000" dirty="0"/>
          </a:p>
        </p:txBody>
      </p:sp>
      <p:sp>
        <p:nvSpPr>
          <p:cNvPr id="36" name="Text 30"/>
          <p:cNvSpPr txBox="1"/>
          <p:nvPr/>
        </p:nvSpPr>
        <p:spPr>
          <a:xfrm>
            <a:off x="9235440" y="56235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Climate Action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371600"/>
            <a:ext cx="5943600" cy="5943600"/>
          </a:xfrm>
          <a:prstGeom prst="ellipse">
            <a:avLst/>
          </a:prstGeom>
          <a:solidFill>
            <a:srgbClr val="2F6DB5">
              <a:alpha val="30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961120" y="3931920"/>
            <a:ext cx="3840480" cy="3840480"/>
          </a:xfrm>
          <a:prstGeom prst="ellipse">
            <a:avLst/>
          </a:prstGeom>
          <a:solidFill>
            <a:srgbClr val="F28C28">
              <a:alpha val="15000"/>
            </a:srgbClr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239572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28C28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grain saved makes a difference.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3DEEF"/>
                </a:solidFill>
              </a:rPr>
              <a:t>Reducing food waste requires thoughtful planning, mindful portions, safe food handling and suitable waste management. The Sanskruti Hotel visit connects these ideas with real-world practices.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P Navy">
  <a:themeElements>
    <a:clrScheme name="CEP Navy">
      <a:dk1>
        <a:srgbClr val="1A2233"/>
      </a:dk1>
      <a:lt1>
        <a:srgbClr val="FFFFFF"/>
      </a:lt1>
      <a:dk2>
        <a:srgbClr val="142850"/>
      </a:dk2>
      <a:lt2>
        <a:srgbClr val="EEF5F0"/>
      </a:lt2>
      <a:accent1>
        <a:srgbClr val="1F7A55"/>
      </a:accent1>
      <a:accent2>
        <a:srgbClr val="E3A21A"/>
      </a:accent2>
      <a:accent3>
        <a:srgbClr val="4FA67E"/>
      </a:accent3>
      <a:accent4>
        <a:srgbClr val="142850"/>
      </a:accent4>
      <a:accent5>
        <a:srgbClr val="8DC7A8"/>
      </a:accent5>
      <a:accent6>
        <a:srgbClr val="C77D2E"/>
      </a:accent6>
      <a:hlink>
        <a:srgbClr val="1F7A55"/>
      </a:hlink>
      <a:folHlink>
        <a:srgbClr val="4FA67E"/>
      </a:folHlink>
    </a:clrScheme>
    <a:fontScheme name="CEP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629</Words>
  <Application>Microsoft Office PowerPoint</Application>
  <PresentationFormat>Widescreen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CEP Navy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Nutrition &amp; Hygiene Maintenance - Food Waste Management</dc:title>
  <dc:subject>PptxGenJS Presentation</dc:subject>
  <dc:creator>PptxGenJS</dc:creator>
  <cp:lastModifiedBy>Prachi Majalekar</cp:lastModifiedBy>
  <cp:revision>7</cp:revision>
  <dcterms:created xsi:type="dcterms:W3CDTF">2026-10-11T16:53:24Z</dcterms:created>
  <dcterms:modified xsi:type="dcterms:W3CDTF">2026-10-23T02:10:46Z</dcterms:modified>
</cp:coreProperties>
</file>